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88825" cy="45719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obMain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4320"/>
            <a:ext cx="4754880" cy="5289804"/>
          </a:xfrm>
          <a:prstGeom prst="rect">
            <a:avLst/>
          </a:prstGeom>
        </p:spPr>
      </p:pic>
      <p:pic>
        <p:nvPicPr>
          <p:cNvPr id="4" name="Picture 3" descr="bob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94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IBM Bob Premium for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IBM Plex Sans"/>
              </a:rPr>
              <a:t>Bobathon for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62FE"/>
                </a:solidFill>
                <a:latin typeface="IBM Plex Sans"/>
              </a:rPr>
              <a:t>What to Expect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640080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A hands-on day with IBM Client Engineering —
build something real with your own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What is a Bobathon for 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A structured 1-day hands-on workshop — part of the IBM CE engagement model: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25252"/>
                </a:solidFill>
                <a:latin typeface="IBM Plex Sans"/>
              </a:rPr>
              <a:t>The Bobathon sits in the middle — hands-on enablement that builds proof and momentum toward a pilot.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3566160" cy="3657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84378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Custom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IBM CE builds a tailored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Uses client's own code &amp;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593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Integrated with client toolchain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068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IBM Plex Sans"/>
              </a:rPr>
              <a:t>Goal: prove Bob works for your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84378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Bob-a-Thon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15468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3264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1-day hands-on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611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Developers + Client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9593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Guided labs + open experimentation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Outcome: functional prototype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788920"/>
            <a:ext cx="3566160" cy="365760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284378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Pilot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15468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3264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Weekly office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611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Executive playbacks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9593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Business value KPI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3068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Quote / proposal based on BVA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What We Can Do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Bob helps your teams work with mainframe code in ways that would have taken days — in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66160" cy="34747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751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Application Understanding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67712"/>
            <a:ext cx="356616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33832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Generate technical design docs, architecture diagrams, call graphs, and plain-English explanations of any COBOL program. No manual archaeology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566160" cy="347472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9751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Impact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267712"/>
            <a:ext cx="356616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395728"/>
            <a:ext cx="33832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Identify every program affected by a proposed change. Generate a risk-ranked rollout plan and implement updates across the codebase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66160" cy="347472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751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Business Rules 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267712"/>
            <a:ext cx="356616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3832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Extract and document the business rules embedded in existing COBOL programs — readable by both technical and non-technical stakeholders.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3566160" cy="34747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3068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Refactoring &amp; Service Extraction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99432"/>
            <a:ext cx="356616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727448"/>
            <a:ext cx="33832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Break monolithic COBOL into reusable CICS LINK service programs. Reduce duplication and establish a service-oriented architecture on the mainframe.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251960"/>
            <a:ext cx="3566160" cy="347472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43068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Spec-Driven Code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599432"/>
            <a:ext cx="356616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53128" y="4727448"/>
            <a:ext cx="33832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Generate new CICS COBOL programs from a plain-English specification, aligned to your existing coding standards and copybook conventions.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251960"/>
            <a:ext cx="3566160" cy="347472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43068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UI Modernization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599432"/>
            <a:ext cx="356616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4727448"/>
            <a:ext cx="33832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Transform CICS green screens into a running modern web application — React or Angular frontend with a Spring Boot REST backend — in a single session.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What the Day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A structured day of guided labs, hands-on experimentation, and real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109167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4074" y="3602736"/>
            <a:ext cx="237744" cy="2377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186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9:00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406" y="1874520"/>
            <a:ext cx="1783080" cy="31089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846" y="19202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Morning Kickoff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406" y="2185416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999" y="2248418"/>
            <a:ext cx="18486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Welcome &amp; introductions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83" y="2576596"/>
            <a:ext cx="18126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Bob overview +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668" y="2880360"/>
            <a:ext cx="1700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Set up workspaces (20 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2686" y="3602736"/>
            <a:ext cx="237744" cy="237744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5798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9:30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30018" y="4178808"/>
            <a:ext cx="1783080" cy="310896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21458" y="42245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Foundation 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0018" y="4489704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21458" y="4562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Technical Design Doc (15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1458" y="49651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Impact Analysis (30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2314" y="540767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Q&amp;A + exploration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1298" y="3602736"/>
            <a:ext cx="237744" cy="237744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4410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12:00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8630" y="1874520"/>
            <a:ext cx="1888236" cy="31089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32910" y="1897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IBM Plex Sans"/>
              </a:rPr>
              <a:t>Lunch Break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8630" y="2185416"/>
            <a:ext cx="18882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23978" y="2248124"/>
            <a:ext cx="20351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Break &amp; informal discussion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99910" y="3602736"/>
            <a:ext cx="237744" cy="237744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3022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1:00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7242" y="4178808"/>
            <a:ext cx="1874520" cy="310896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8682" y="4224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Your Priority Use Case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7242" y="4489704"/>
            <a:ext cx="18745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8682" y="4562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Choose 1–2 from: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8682" y="4837176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25252"/>
                </a:solidFill>
                <a:latin typeface="IBM Plex Sans"/>
              </a:rPr>
              <a:t>  Refactoring &amp;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8682" y="5111496"/>
            <a:ext cx="17571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25252"/>
                </a:solidFill>
                <a:latin typeface="IBM Plex Sans"/>
              </a:rPr>
              <a:t>  Spec-Driven Code 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8682" y="5385816"/>
            <a:ext cx="18394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25252"/>
                </a:solidFill>
                <a:latin typeface="IBM Plex Sans"/>
              </a:rPr>
              <a:t>  UI: Green Screen to 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48522" y="3602736"/>
            <a:ext cx="237744" cy="237744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1634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3:30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5854" y="1874520"/>
            <a:ext cx="1783080" cy="310896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7294" y="1920240"/>
            <a:ext cx="17571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Open Experimentation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75854" y="2185416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67294" y="22585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Apply Bob to your own 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7294" y="2688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IBM CE on hand to assist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8150" y="312437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Build something real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97134" y="3602736"/>
            <a:ext cx="237744" cy="2377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50246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4:30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4466" y="4178808"/>
            <a:ext cx="1783080" cy="31089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15906" y="42245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Wrap 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24466" y="4489704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15906" y="4562856"/>
            <a:ext cx="1691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Team demo / showcase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5906" y="48371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Capture open items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5906" y="51114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Discuss pilot pathway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5906" y="53858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Next steps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Your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66160" cy="3657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568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After the Bobathon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You leave with a working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8152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All generated artifacts are yours to 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9896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Open items and follow-ups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98264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Recording of the session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566160" cy="36576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9568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The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28600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Weekly office hours with IBM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8152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Apply Bob to your real priorities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39896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Track productivity and quality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98264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Executive playbacks every 2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920240"/>
            <a:ext cx="3566160" cy="365760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9568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How to Engage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28600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Talk to your IBM Account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08152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Request CE via ISC / DSR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39896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No cost for the CE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398264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Start within 2–4 weeks of request</a:t>
            </a:r>
          </a:p>
        </p:txBody>
      </p:sp>
      <p:pic>
        <p:nvPicPr>
          <p:cNvPr id="26" name="Picture 25" descr="B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474720"/>
            <a:ext cx="822960" cy="101018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621</Words>
  <Application>Microsoft Macintosh PowerPoint</Application>
  <PresentationFormat>Custom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Renate Hamrick</cp:lastModifiedBy>
  <cp:revision>4</cp:revision>
  <dcterms:created xsi:type="dcterms:W3CDTF">2013-01-27T09:14:16Z</dcterms:created>
  <dcterms:modified xsi:type="dcterms:W3CDTF">2026-07-29T18:52:32Z</dcterms:modified>
  <cp:category/>
</cp:coreProperties>
</file>