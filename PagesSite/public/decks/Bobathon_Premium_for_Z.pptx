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89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</a:t>
            </a:r>
            <a:r>
              <a:rPr lang="en-US" sz="3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athon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immersive, hands-on AI coding sprint — powered by IBM Bob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0" y="182880"/>
            <a:ext cx="2834640" cy="512064"/>
          </a:xfrm>
          <a:prstGeom prst="rect">
            <a:avLst/>
          </a:prstGeom>
          <a:solidFill>
            <a:srgbClr val="7C3BDB"/>
          </a:solidFill>
          <a:ln w="12700">
            <a:solidFill>
              <a:srgbClr val="7C3B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0" y="18288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PREMIUM FOR 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11457432" cy="320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43584"/>
            <a:ext cx="11457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Bobathon is a structured, time-boxed innovation sprint where your teams use IBM Bob to solve real business and technical challenges — guided by IBM experts. The Premium Package for Z gives your mainframe teams specialist AI modes, curated workflows, and prebuilt skills — delivering out-of-the-box value from day one, with no configuration needed.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352044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3520440" cy="411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956816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304288"/>
            <a:ext cx="3191256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3774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Kick-off with IBM facilitators and structured problem statements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27614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Teams pair with Bob on real mainframe code — no synthetic demos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314553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 capability showcases tailored to your Z environment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35295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retrospective and showcase of outcomes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39136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Readout with actionable next steps and use-case backlog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33088" y="1865376"/>
            <a:ext cx="352044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33088" y="1865376"/>
            <a:ext cx="3520440" cy="411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0" y="1956816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Curated Mainframe Workflows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2304288"/>
            <a:ext cx="3191256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0" y="23774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explanation — understand complex legacy programs in minutes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27614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rules extraction — surface logic buried in COBOL &amp; PL/I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0" y="314553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Modernisation planning — identify services ready for extraction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7680" y="35295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Documentation generation — produce technical &amp; business docs automatically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0" y="39136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dictionary — map program variables to business meaning at scale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00416" y="1865376"/>
            <a:ext cx="3739896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00416" y="1865376"/>
            <a:ext cx="3739896" cy="41148"/>
          </a:xfrm>
          <a:prstGeom prst="rect">
            <a:avLst/>
          </a:prstGeom>
          <a:solidFill>
            <a:srgbClr val="7C3BDB"/>
          </a:solidFill>
          <a:ln w="12700">
            <a:solidFill>
              <a:srgbClr val="7C3B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65008" y="195681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Prebuilt Skills — Instant Value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65008" y="2304288"/>
            <a:ext cx="341071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65008" y="2377440"/>
            <a:ext cx="3465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 Code &amp; Z Architect modes tuned for COBOL, PL/I, HLASM &amp; z/OS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65008" y="2843784"/>
            <a:ext cx="3465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Mainframe-aware AI chat — ask questions directly about your code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65008" y="3310128"/>
            <a:ext cx="3465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analysis — understand change risk across your application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65008" y="3721608"/>
            <a:ext cx="3465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Compliance-ready outputs — audit trails and structured artifacts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65008" y="4110228"/>
            <a:ext cx="3465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configuration — skills activate instantly, no integration work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992624"/>
            <a:ext cx="11457432" cy="320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5084064"/>
            <a:ext cx="3819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Day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365760" y="5559552"/>
            <a:ext cx="3819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Full-team immersive sprint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84904" y="5084064"/>
            <a:ext cx="3819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10+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4184904" y="5559552"/>
            <a:ext cx="3819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use cases surfaced per event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04048" y="5084064"/>
            <a:ext cx="3819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Z-Ready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8004048" y="5559552"/>
            <a:ext cx="3819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Mainframe team upskilled on day one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6215634"/>
            <a:ext cx="114574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96596" y="6565643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 your IBM account team to schedule a scoping call and tailor the agenda to your environment.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274</Words>
  <Application>Microsoft Macintosh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IBM Plex Sans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Renate Hamrick</cp:lastModifiedBy>
  <cp:revision>2</cp:revision>
  <dcterms:created xsi:type="dcterms:W3CDTF">2026-08-05T03:43:57Z</dcterms:created>
  <dcterms:modified xsi:type="dcterms:W3CDTF">2026-08-05T03:46:51Z</dcterms:modified>
</cp:coreProperties>
</file>